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6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71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il Mavrodiev" userId="acb89baa39bd5b42" providerId="LiveId" clId="{50005337-12D6-4E2F-8B2C-4D50FB162668}"/>
    <pc:docChg chg="delSld modSld">
      <pc:chgData name="Mihail Mavrodiev" userId="acb89baa39bd5b42" providerId="LiveId" clId="{50005337-12D6-4E2F-8B2C-4D50FB162668}" dt="2026-05-17T15:55:34.663" v="86" actId="2696"/>
      <pc:docMkLst>
        <pc:docMk/>
      </pc:docMkLst>
      <pc:sldChg chg="addSp modSp mod">
        <pc:chgData name="Mihail Mavrodiev" userId="acb89baa39bd5b42" providerId="LiveId" clId="{50005337-12D6-4E2F-8B2C-4D50FB162668}" dt="2026-05-16T19:46:36.915" v="80" actId="20577"/>
        <pc:sldMkLst>
          <pc:docMk/>
          <pc:sldMk cId="969894907" sldId="257"/>
        </pc:sldMkLst>
        <pc:spChg chg="mod">
          <ac:chgData name="Mihail Mavrodiev" userId="acb89baa39bd5b42" providerId="LiveId" clId="{50005337-12D6-4E2F-8B2C-4D50FB162668}" dt="2026-05-16T19:43:35.934" v="14" actId="1076"/>
          <ac:spMkLst>
            <pc:docMk/>
            <pc:sldMk cId="969894907" sldId="257"/>
            <ac:spMk id="2" creationId="{118512F6-111E-2BC3-B66E-830C75CC519C}"/>
          </ac:spMkLst>
        </pc:spChg>
        <pc:spChg chg="mod">
          <ac:chgData name="Mihail Mavrodiev" userId="acb89baa39bd5b42" providerId="LiveId" clId="{50005337-12D6-4E2F-8B2C-4D50FB162668}" dt="2026-05-16T19:43:43.278" v="16" actId="1076"/>
          <ac:spMkLst>
            <pc:docMk/>
            <pc:sldMk cId="969894907" sldId="257"/>
            <ac:spMk id="4" creationId="{6DBCC833-0179-08FE-F357-DEC2D6B9BA7B}"/>
          </ac:spMkLst>
        </pc:spChg>
        <pc:spChg chg="mod">
          <ac:chgData name="Mihail Mavrodiev" userId="acb89baa39bd5b42" providerId="LiveId" clId="{50005337-12D6-4E2F-8B2C-4D50FB162668}" dt="2026-05-16T19:44:29.278" v="23" actId="1076"/>
          <ac:spMkLst>
            <pc:docMk/>
            <pc:sldMk cId="969894907" sldId="257"/>
            <ac:spMk id="6" creationId="{DFF68DA6-ADA9-9181-1EF5-62D00ACEF093}"/>
          </ac:spMkLst>
        </pc:spChg>
        <pc:spChg chg="mod">
          <ac:chgData name="Mihail Mavrodiev" userId="acb89baa39bd5b42" providerId="LiveId" clId="{50005337-12D6-4E2F-8B2C-4D50FB162668}" dt="2026-05-16T19:46:36.915" v="80" actId="20577"/>
          <ac:spMkLst>
            <pc:docMk/>
            <pc:sldMk cId="969894907" sldId="257"/>
            <ac:spMk id="8" creationId="{21392CA7-4B11-6D20-9C29-9FF5EEFA92AD}"/>
          </ac:spMkLst>
        </pc:spChg>
        <pc:spChg chg="mod">
          <ac:chgData name="Mihail Mavrodiev" userId="acb89baa39bd5b42" providerId="LiveId" clId="{50005337-12D6-4E2F-8B2C-4D50FB162668}" dt="2026-05-16T19:46:12.619" v="79" actId="20577"/>
          <ac:spMkLst>
            <pc:docMk/>
            <pc:sldMk cId="969894907" sldId="257"/>
            <ac:spMk id="10" creationId="{06D78B7B-3489-0278-937A-8D70D4D2CFE9}"/>
          </ac:spMkLst>
        </pc:spChg>
        <pc:picChg chg="add mod">
          <ac:chgData name="Mihail Mavrodiev" userId="acb89baa39bd5b42" providerId="LiveId" clId="{50005337-12D6-4E2F-8B2C-4D50FB162668}" dt="2026-05-16T19:43:45.974" v="17" actId="1076"/>
          <ac:picMkLst>
            <pc:docMk/>
            <pc:sldMk cId="969894907" sldId="257"/>
            <ac:picMk id="5" creationId="{BF82981F-FBB0-1468-5091-95AA9013469E}"/>
          </ac:picMkLst>
        </pc:picChg>
        <pc:picChg chg="add mod">
          <ac:chgData name="Mihail Mavrodiev" userId="acb89baa39bd5b42" providerId="LiveId" clId="{50005337-12D6-4E2F-8B2C-4D50FB162668}" dt="2026-05-16T19:44:35.798" v="27" actId="1076"/>
          <ac:picMkLst>
            <pc:docMk/>
            <pc:sldMk cId="969894907" sldId="257"/>
            <ac:picMk id="9" creationId="{EB70A353-2939-C468-9018-DA370597E0ED}"/>
          </ac:picMkLst>
        </pc:picChg>
        <pc:picChg chg="add mod">
          <ac:chgData name="Mihail Mavrodiev" userId="acb89baa39bd5b42" providerId="LiveId" clId="{50005337-12D6-4E2F-8B2C-4D50FB162668}" dt="2026-05-16T19:45:16.529" v="39" actId="1076"/>
          <ac:picMkLst>
            <pc:docMk/>
            <pc:sldMk cId="969894907" sldId="257"/>
            <ac:picMk id="12" creationId="{F3E4DE46-5ABF-10F5-A16F-276367625FD1}"/>
          </ac:picMkLst>
        </pc:picChg>
        <pc:picChg chg="add mod">
          <ac:chgData name="Mihail Mavrodiev" userId="acb89baa39bd5b42" providerId="LiveId" clId="{50005337-12D6-4E2F-8B2C-4D50FB162668}" dt="2026-05-16T19:45:51.534" v="45" actId="1076"/>
          <ac:picMkLst>
            <pc:docMk/>
            <pc:sldMk cId="969894907" sldId="257"/>
            <ac:picMk id="14" creationId="{A3BF2C5A-E7E0-B5F3-EAB0-6D6D22317507}"/>
          </ac:picMkLst>
        </pc:picChg>
      </pc:sldChg>
      <pc:sldChg chg="modSp mod">
        <pc:chgData name="Mihail Mavrodiev" userId="acb89baa39bd5b42" providerId="LiveId" clId="{50005337-12D6-4E2F-8B2C-4D50FB162668}" dt="2026-05-16T19:47:37.631" v="84" actId="20577"/>
        <pc:sldMkLst>
          <pc:docMk/>
          <pc:sldMk cId="171096229" sldId="258"/>
        </pc:sldMkLst>
        <pc:spChg chg="mod">
          <ac:chgData name="Mihail Mavrodiev" userId="acb89baa39bd5b42" providerId="LiveId" clId="{50005337-12D6-4E2F-8B2C-4D50FB162668}" dt="2026-05-16T19:47:16.223" v="81" actId="20577"/>
          <ac:spMkLst>
            <pc:docMk/>
            <pc:sldMk cId="171096229" sldId="258"/>
            <ac:spMk id="24" creationId="{9D1205BF-7EFD-BC3F-E12F-7CAE1FF2948E}"/>
          </ac:spMkLst>
        </pc:spChg>
        <pc:spChg chg="mod">
          <ac:chgData name="Mihail Mavrodiev" userId="acb89baa39bd5b42" providerId="LiveId" clId="{50005337-12D6-4E2F-8B2C-4D50FB162668}" dt="2026-05-16T19:47:37.631" v="84" actId="20577"/>
          <ac:spMkLst>
            <pc:docMk/>
            <pc:sldMk cId="171096229" sldId="258"/>
            <ac:spMk id="26" creationId="{FC221614-6668-4003-73CD-6C3C8BF6EEFE}"/>
          </ac:spMkLst>
        </pc:spChg>
      </pc:sldChg>
      <pc:sldChg chg="del">
        <pc:chgData name="Mihail Mavrodiev" userId="acb89baa39bd5b42" providerId="LiveId" clId="{50005337-12D6-4E2F-8B2C-4D50FB162668}" dt="2026-05-17T15:55:34.663" v="86" actId="2696"/>
        <pc:sldMkLst>
          <pc:docMk/>
          <pc:sldMk cId="3118535504" sldId="259"/>
        </pc:sldMkLst>
      </pc:sldChg>
      <pc:sldChg chg="del">
        <pc:chgData name="Mihail Mavrodiev" userId="acb89baa39bd5b42" providerId="LiveId" clId="{50005337-12D6-4E2F-8B2C-4D50FB162668}" dt="2026-05-17T15:55:32.838" v="85" actId="2696"/>
        <pc:sldMkLst>
          <pc:docMk/>
          <pc:sldMk cId="357983748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65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5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1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57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8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60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3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4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0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9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985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292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085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9916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52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45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40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62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4A3C09FF-D625-2027-B909-1BC579CE1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68" r="-1" b="25467"/>
          <a:stretch>
            <a:fillRect/>
          </a:stretch>
        </p:blipFill>
        <p:spPr>
          <a:xfrm>
            <a:off x="3048" y="54591"/>
            <a:ext cx="12188952" cy="68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11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118512F6-111E-2BC3-B66E-830C75CC519C}"/>
              </a:ext>
            </a:extLst>
          </p:cNvPr>
          <p:cNvSpPr txBox="1"/>
          <p:nvPr/>
        </p:nvSpPr>
        <p:spPr>
          <a:xfrm>
            <a:off x="4143720" y="183191"/>
            <a:ext cx="431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1.The Team 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6DBCC833-0179-08FE-F357-DEC2D6B9BA7B}"/>
              </a:ext>
            </a:extLst>
          </p:cNvPr>
          <p:cNvSpPr txBox="1"/>
          <p:nvPr/>
        </p:nvSpPr>
        <p:spPr>
          <a:xfrm>
            <a:off x="892223" y="2944504"/>
            <a:ext cx="4075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Borislav </a:t>
            </a:r>
            <a:r>
              <a:rPr lang="en-US" dirty="0" err="1"/>
              <a:t>Andrikov</a:t>
            </a:r>
            <a:r>
              <a:rPr lang="en-US" dirty="0"/>
              <a:t> - Project Manager</a:t>
            </a: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DFF68DA6-ADA9-9181-1EF5-62D00ACEF093}"/>
              </a:ext>
            </a:extLst>
          </p:cNvPr>
          <p:cNvSpPr txBox="1"/>
          <p:nvPr/>
        </p:nvSpPr>
        <p:spPr>
          <a:xfrm>
            <a:off x="7083187" y="2944504"/>
            <a:ext cx="4367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Ivan </a:t>
            </a:r>
            <a:r>
              <a:rPr lang="en-US" dirty="0" err="1"/>
              <a:t>Kolozenko</a:t>
            </a:r>
            <a:r>
              <a:rPr lang="en-US" dirty="0"/>
              <a:t> - Front-End Developer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21392CA7-4B11-6D20-9C29-9FF5EEFA92AD}"/>
              </a:ext>
            </a:extLst>
          </p:cNvPr>
          <p:cNvSpPr txBox="1"/>
          <p:nvPr/>
        </p:nvSpPr>
        <p:spPr>
          <a:xfrm>
            <a:off x="892223" y="5346847"/>
            <a:ext cx="4771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Simeon Emelyanov - Developer</a:t>
            </a:r>
          </a:p>
        </p:txBody>
      </p:sp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06D78B7B-3489-0278-937A-8D70D4D2CFE9}"/>
              </a:ext>
            </a:extLst>
          </p:cNvPr>
          <p:cNvSpPr txBox="1"/>
          <p:nvPr/>
        </p:nvSpPr>
        <p:spPr>
          <a:xfrm>
            <a:off x="7083187" y="5434175"/>
            <a:ext cx="4578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effectLst/>
                <a:latin typeface="Mona Sans VF"/>
              </a:rPr>
              <a:t>Mihail Mavrodiev - Documentation &amp; Testing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BF82981F-FBB0-1468-5091-95AA9013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1141821"/>
            <a:ext cx="1737875" cy="1779137"/>
          </a:xfrm>
          <a:prstGeom prst="rect">
            <a:avLst/>
          </a:prstGeom>
        </p:spPr>
      </p:pic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EB70A353-2939-C468-9018-DA370597E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236" y="1054493"/>
            <a:ext cx="1908086" cy="1790709"/>
          </a:xfrm>
          <a:prstGeom prst="rect">
            <a:avLst/>
          </a:prstGeom>
        </p:spPr>
      </p:pic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F3E4DE46-5ABF-10F5-A16F-276367625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71" y="3657599"/>
            <a:ext cx="1535793" cy="1623933"/>
          </a:xfrm>
          <a:prstGeom prst="rect">
            <a:avLst/>
          </a:prstGeom>
        </p:spPr>
      </p:pic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A3BF2C5A-E7E0-B5F3-EAB0-6D6D22317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236" y="3657599"/>
            <a:ext cx="1656036" cy="162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94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28E3D123-EBF1-59BF-6550-358394D59A88}"/>
              </a:ext>
            </a:extLst>
          </p:cNvPr>
          <p:cNvSpPr txBox="1"/>
          <p:nvPr/>
        </p:nvSpPr>
        <p:spPr>
          <a:xfrm>
            <a:off x="1705298" y="757451"/>
            <a:ext cx="8001000" cy="1003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cap="all">
                <a:ln w="3175" cmpd="sng">
                  <a:noFill/>
                </a:ln>
                <a:latin typeface="+mj-lt"/>
                <a:ea typeface="+mj-ea"/>
                <a:cs typeface="+mj-cs"/>
              </a:rPr>
              <a:t>2.Steps In our Project</a:t>
            </a:r>
          </a:p>
        </p:txBody>
      </p:sp>
      <p:sp>
        <p:nvSpPr>
          <p:cNvPr id="22" name="Текстово поле 21">
            <a:extLst>
              <a:ext uri="{FF2B5EF4-FFF2-40B4-BE49-F238E27FC236}">
                <a16:creationId xmlns:a16="http://schemas.microsoft.com/office/drawing/2014/main" id="{7D0D67FD-168C-4C69-EB38-69ACE1332B95}"/>
              </a:ext>
            </a:extLst>
          </p:cNvPr>
          <p:cNvSpPr txBox="1"/>
          <p:nvPr/>
        </p:nvSpPr>
        <p:spPr>
          <a:xfrm>
            <a:off x="1050283" y="2122583"/>
            <a:ext cx="29622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Sprint 1 –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project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 team roles</a:t>
            </a:r>
          </a:p>
        </p:txBody>
      </p:sp>
      <p:sp>
        <p:nvSpPr>
          <p:cNvPr id="24" name="Текстово поле 23">
            <a:extLst>
              <a:ext uri="{FF2B5EF4-FFF2-40B4-BE49-F238E27FC236}">
                <a16:creationId xmlns:a16="http://schemas.microsoft.com/office/drawing/2014/main" id="{9D1205BF-7EFD-BC3F-E12F-7CAE1FF2948E}"/>
              </a:ext>
            </a:extLst>
          </p:cNvPr>
          <p:cNvSpPr txBox="1"/>
          <p:nvPr/>
        </p:nvSpPr>
        <p:spPr>
          <a:xfrm>
            <a:off x="5124320" y="2122584"/>
            <a:ext cx="6107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Sprint 2 – UI Development</a:t>
            </a:r>
          </a:p>
        </p:txBody>
      </p:sp>
      <p:sp>
        <p:nvSpPr>
          <p:cNvPr id="26" name="Текстово поле 25">
            <a:extLst>
              <a:ext uri="{FF2B5EF4-FFF2-40B4-BE49-F238E27FC236}">
                <a16:creationId xmlns:a16="http://schemas.microsoft.com/office/drawing/2014/main" id="{FC221614-6668-4003-73CD-6C3C8BF6EEFE}"/>
              </a:ext>
            </a:extLst>
          </p:cNvPr>
          <p:cNvSpPr txBox="1"/>
          <p:nvPr/>
        </p:nvSpPr>
        <p:spPr>
          <a:xfrm>
            <a:off x="948792" y="4285102"/>
            <a:ext cx="39302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Sprint 3 -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 events and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interactions</a:t>
            </a:r>
          </a:p>
        </p:txBody>
      </p:sp>
      <p:sp>
        <p:nvSpPr>
          <p:cNvPr id="28" name="Текстово поле 27">
            <a:extLst>
              <a:ext uri="{FF2B5EF4-FFF2-40B4-BE49-F238E27FC236}">
                <a16:creationId xmlns:a16="http://schemas.microsoft.com/office/drawing/2014/main" id="{FFE3F30E-AE3C-A5F3-9DB5-0AD4D2578389}"/>
              </a:ext>
            </a:extLst>
          </p:cNvPr>
          <p:cNvSpPr txBox="1"/>
          <p:nvPr/>
        </p:nvSpPr>
        <p:spPr>
          <a:xfrm>
            <a:off x="5124320" y="3912853"/>
            <a:ext cx="37194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Sprint 4 – Finalization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 bugs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109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2437278E-696E-8D70-288F-28262E213EC1}"/>
              </a:ext>
            </a:extLst>
          </p:cNvPr>
          <p:cNvSpPr txBox="1"/>
          <p:nvPr/>
        </p:nvSpPr>
        <p:spPr>
          <a:xfrm>
            <a:off x="2613546" y="859810"/>
            <a:ext cx="6728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4.Apps and technologies used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C26CC75B-BF8D-EA3D-49C2-763118C13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60" y="1644555"/>
            <a:ext cx="1585131" cy="1690474"/>
          </a:xfrm>
          <a:prstGeom prst="rect">
            <a:avLst/>
          </a:pr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7581B2DD-437C-6FCC-87A6-362E974C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412" y="1782883"/>
            <a:ext cx="1810319" cy="1750040"/>
          </a:xfrm>
          <a:prstGeom prst="rect">
            <a:avLst/>
          </a:prstGeom>
        </p:spPr>
      </p:pic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5EF2C755-915A-B3E4-62AF-E8F3CF172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096" y="1705970"/>
            <a:ext cx="2131040" cy="2050576"/>
          </a:xfrm>
          <a:prstGeom prst="rect">
            <a:avLst/>
          </a:prstGeom>
        </p:spPr>
      </p:pic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B7ADB71A-7BA9-64D1-1EDF-0E0F69F5A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1893" y="1919360"/>
            <a:ext cx="1549021" cy="1477086"/>
          </a:xfrm>
          <a:prstGeom prst="rect">
            <a:avLst/>
          </a:prstGeom>
        </p:spPr>
      </p:pic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A8841D00-2723-BEF3-29F8-27A4AFB11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74" y="3896435"/>
            <a:ext cx="2670127" cy="238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5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BF716A3E-3091-AA9E-6167-EBDCE31CACF4}"/>
              </a:ext>
            </a:extLst>
          </p:cNvPr>
          <p:cNvSpPr txBox="1"/>
          <p:nvPr/>
        </p:nvSpPr>
        <p:spPr>
          <a:xfrm>
            <a:off x="1912961" y="1791325"/>
            <a:ext cx="83660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163907182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и">
  <a:themeElements>
    <a:clrScheme name="Сектори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и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и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Сегмент</Template>
  <TotalTime>124</TotalTime>
  <Words>83</Words>
  <Application>Microsoft Office PowerPoint</Application>
  <PresentationFormat>Широк екран</PresentationFormat>
  <Paragraphs>22</Paragraphs>
  <Slides>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Mona Sans VF</vt:lpstr>
      <vt:lpstr>Wingdings 3</vt:lpstr>
      <vt:lpstr>Сектори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Mihail Mavrodiev</dc:creator>
  <cp:lastModifiedBy>Mihail Mavrodiev</cp:lastModifiedBy>
  <cp:revision>1</cp:revision>
  <dcterms:created xsi:type="dcterms:W3CDTF">2026-05-14T18:03:18Z</dcterms:created>
  <dcterms:modified xsi:type="dcterms:W3CDTF">2026-05-17T15:55:41Z</dcterms:modified>
</cp:coreProperties>
</file>